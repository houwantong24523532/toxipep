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</p:sldIdLst>
  <p:sldSz cx="1218882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320" cy="7632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DeepKsite</a:t>
            </a:r>
          </a:p>
          <a:p>
            <a:pPr algn="ctr">
              <a:defRPr sz="2400"/>
            </a:pPr>
            <a:r>
              <a:t>Scatter Plots &amp; Bar Charts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Scatter Plots - Test Set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AAC - Test Set  |  DPC - Test Set</a:t>
            </a:r>
          </a:p>
        </p:txBody>
      </p:sp>
      <p:pic>
        <p:nvPicPr>
          <p:cNvPr id="3" name="Picture 2" descr="scatter_test_AAC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5669280" cy="5029200"/>
          </a:xfrm>
          <a:prstGeom prst="rect">
            <a:avLst/>
          </a:prstGeom>
        </p:spPr>
      </p:pic>
      <p:pic>
        <p:nvPicPr>
          <p:cNvPr id="4" name="Picture 3" descr="scatter_test_DP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914400"/>
            <a:ext cx="566928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PAAC - Test Set  |  CKSAAGP - Test Set</a:t>
            </a:r>
          </a:p>
        </p:txBody>
      </p:sp>
      <p:pic>
        <p:nvPicPr>
          <p:cNvPr id="3" name="Picture 2" descr="scatter_test_PAAC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5669280" cy="5029200"/>
          </a:xfrm>
          <a:prstGeom prst="rect">
            <a:avLst/>
          </a:prstGeom>
        </p:spPr>
      </p:pic>
      <p:pic>
        <p:nvPicPr>
          <p:cNvPr id="4" name="Picture 3" descr="scatter_test_CKSAAG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914400"/>
            <a:ext cx="566928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PHYC - Test Set  |  DeepKsite - Test Set</a:t>
            </a:r>
          </a:p>
        </p:txBody>
      </p:sp>
      <p:pic>
        <p:nvPicPr>
          <p:cNvPr id="3" name="Picture 2" descr="scatter_test_PHYC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5669280" cy="5029200"/>
          </a:xfrm>
          <a:prstGeom prst="rect">
            <a:avLst/>
          </a:prstGeom>
        </p:spPr>
      </p:pic>
      <p:pic>
        <p:nvPicPr>
          <p:cNvPr id="4" name="Picture 3" descr="scatter_test_DeepK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914400"/>
            <a:ext cx="566928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Scatter Plots - Train Set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AAC - Train Set  |  DPC - Train Set</a:t>
            </a:r>
          </a:p>
        </p:txBody>
      </p:sp>
      <p:pic>
        <p:nvPicPr>
          <p:cNvPr id="3" name="Picture 2" descr="scatter_train_AAC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5669280" cy="5029200"/>
          </a:xfrm>
          <a:prstGeom prst="rect">
            <a:avLst/>
          </a:prstGeom>
        </p:spPr>
      </p:pic>
      <p:pic>
        <p:nvPicPr>
          <p:cNvPr id="4" name="Picture 3" descr="scatter_train_DP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914400"/>
            <a:ext cx="566928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PAAC - Train Set  |  CKSAAGP - Train Set</a:t>
            </a:r>
          </a:p>
        </p:txBody>
      </p:sp>
      <p:pic>
        <p:nvPicPr>
          <p:cNvPr id="3" name="Picture 2" descr="scatter_train_PAAC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5669280" cy="5029200"/>
          </a:xfrm>
          <a:prstGeom prst="rect">
            <a:avLst/>
          </a:prstGeom>
        </p:spPr>
      </p:pic>
      <p:pic>
        <p:nvPicPr>
          <p:cNvPr id="4" name="Picture 3" descr="scatter_train_CKSAAG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914400"/>
            <a:ext cx="566928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PHYC - Train Set  |  DeepKsite - Train Set</a:t>
            </a:r>
          </a:p>
        </p:txBody>
      </p:sp>
      <p:pic>
        <p:nvPicPr>
          <p:cNvPr id="3" name="Picture 2" descr="scatter_train_PHYC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5669280" cy="5029200"/>
          </a:xfrm>
          <a:prstGeom prst="rect">
            <a:avLst/>
          </a:prstGeom>
        </p:spPr>
      </p:pic>
      <p:pic>
        <p:nvPicPr>
          <p:cNvPr id="4" name="Picture 3" descr="scatter_train_DeepK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914400"/>
            <a:ext cx="566928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Bar Charts - Classifier Comparison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Logistic Regression</a:t>
            </a:r>
          </a:p>
        </p:txBody>
      </p:sp>
      <p:pic>
        <p:nvPicPr>
          <p:cNvPr id="3" name="Picture 2" descr="bar_Logistic_Regress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914400"/>
            <a:ext cx="91440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KNN</a:t>
            </a:r>
          </a:p>
        </p:txBody>
      </p:sp>
      <p:pic>
        <p:nvPicPr>
          <p:cNvPr id="3" name="Picture 2" descr="bar_KN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914400"/>
            <a:ext cx="91440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Random Forest</a:t>
            </a:r>
          </a:p>
        </p:txBody>
      </p:sp>
      <p:pic>
        <p:nvPicPr>
          <p:cNvPr id="3" name="Picture 2" descr="bar_Random_Fores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914400"/>
            <a:ext cx="91440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SVM</a:t>
            </a:r>
          </a:p>
        </p:txBody>
      </p:sp>
      <p:pic>
        <p:nvPicPr>
          <p:cNvPr id="3" name="Picture 2" descr="bar_SV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914400"/>
            <a:ext cx="91440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Naive Bayes</a:t>
            </a:r>
          </a:p>
        </p:txBody>
      </p:sp>
      <p:pic>
        <p:nvPicPr>
          <p:cNvPr id="3" name="Picture 2" descr="bar_Naive_Baye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914400"/>
            <a:ext cx="91440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Gradient Boosting</a:t>
            </a:r>
          </a:p>
        </p:txBody>
      </p:sp>
      <p:pic>
        <p:nvPicPr>
          <p:cNvPr id="3" name="Picture 2" descr="bar_Gradient_Boostin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914400"/>
            <a:ext cx="91440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Tables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Table 1. Performance Comparison on Test Dataset</a:t>
            </a:r>
          </a:p>
        </p:txBody>
      </p:sp>
      <p:pic>
        <p:nvPicPr>
          <p:cNvPr id="3" name="Picture 2" descr="table1_sota_comparis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914400"/>
            <a:ext cx="91440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Table 2. Ablation Study on Test Dataset</a:t>
            </a:r>
          </a:p>
        </p:txBody>
      </p:sp>
      <p:pic>
        <p:nvPicPr>
          <p:cNvPr id="3" name="Picture 2" descr="table2_ablation_tes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600" y="914400"/>
            <a:ext cx="109194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Table 3. Fusion Comparison on Test Dataset</a:t>
            </a:r>
          </a:p>
        </p:txBody>
      </p:sp>
      <p:pic>
        <p:nvPicPr>
          <p:cNvPr id="3" name="Picture 2" descr="table3_fusion_tes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945" y="914400"/>
            <a:ext cx="10346055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Table 4. Ablation Study (5-Fold Cross Validation)</a:t>
            </a:r>
          </a:p>
        </p:txBody>
      </p:sp>
      <p:pic>
        <p:nvPicPr>
          <p:cNvPr id="3" name="Picture 2" descr="table4_ablation_5fol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1117854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Table 5. Fusion Comparison (5-Fold Cross Validation)</a:t>
            </a:r>
          </a:p>
        </p:txBody>
      </p:sp>
      <p:pic>
        <p:nvPicPr>
          <p:cNvPr id="3" name="Picture 2" descr="table5_fusion_5fol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1485" y="914400"/>
            <a:ext cx="11216005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647</Words>
  <Application>WPS 演示</Application>
  <PresentationFormat>On-screen Show (4:3)</PresentationFormat>
  <Paragraphs>45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0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15604236373</cp:lastModifiedBy>
  <cp:revision>4</cp:revision>
  <dcterms:created xsi:type="dcterms:W3CDTF">2013-01-27T09:14:00Z</dcterms:created>
  <dcterms:modified xsi:type="dcterms:W3CDTF">2026-04-14T17:46:39Z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026D2FB16E144F74B050FED23806470C_12</vt:lpwstr>
  </property>
</Properties>
</file>